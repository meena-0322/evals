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 — introduce iris-evals: the Applexus library that gives every IRIS SAP Joule agent a quality gate with zero eval files per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pain points: no startup quality gate, no continuous monitoring, and duplicate eval work per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solution: iris-evals is installed once per agent via pip. The skill interview asks one question (Q_EVAL), and all wiring is auto-generated. No eval data files needed in the agent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iris-evals is not a separate BTP service. It is a Python library running inside each agent's own uvicorn process as an asyncio task — same event loop as the A2A request handlers.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Q_EVAL is always the last interview question. Developer picks eval types. For P1.11 (Duplicate Invoice), the answer is '1, 6' — deterministic + safety. The skill generates all wiring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eval types. Safety (type 6) is mandatory for every agent. Others depend on what the agent does — deterministic for rule-based, probabilistic for classifiers, llm_as_judge for text generators.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runtime flow: cf push → startup eval via A2A → CI polls /health/evals → background loop every 5 minutes for the lifetime of the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iris-evals is built, tested (7/7 pass), and the skill is updated. Next: push to GitHub, pilot with 3 existing agents, then roll out pipeline CLI and CI/CD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E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BB8DA"/>
          </a:solidFill>
          <a:ln w="12700">
            <a:solidFill>
              <a:srgbClr val="2BB8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BB8DA"/>
                </a:solidFill>
              </a:rPr>
              <a:t>APPLEXUS IRIS PLATFORM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AFB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iris-evals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8C4E0"/>
                </a:solidFill>
              </a:rPr>
              <a:t>Install once. Every agent evaluates itself.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1371600" cy="347472"/>
          </a:xfrm>
          <a:prstGeom prst="roundRect">
            <a:avLst>
              <a:gd name="adj" fmla="val 26316"/>
            </a:avLst>
          </a:prstGeom>
          <a:solidFill>
            <a:srgbClr val="114A8D"/>
          </a:solidFill>
          <a:ln w="12700">
            <a:solidFill>
              <a:srgbClr val="2BB8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7490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BFD"/>
                </a:solidFill>
              </a:rPr>
              <a:t>v1.0.0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1680" y="3749040"/>
            <a:ext cx="1371600" cy="347472"/>
          </a:xfrm>
          <a:prstGeom prst="roundRect">
            <a:avLst>
              <a:gd name="adj" fmla="val 26316"/>
            </a:avLst>
          </a:prstGeom>
          <a:solidFill>
            <a:srgbClr val="114A8D"/>
          </a:solidFill>
          <a:ln w="12700">
            <a:solidFill>
              <a:srgbClr val="2BB8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11680" y="37490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BFD"/>
                </a:solidFill>
              </a:rPr>
              <a:t>7 eval types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3749040"/>
            <a:ext cx="1371600" cy="347472"/>
          </a:xfrm>
          <a:prstGeom prst="roundRect">
            <a:avLst>
              <a:gd name="adj" fmla="val 26316"/>
            </a:avLst>
          </a:prstGeom>
          <a:solidFill>
            <a:srgbClr val="114A8D"/>
          </a:solidFill>
          <a:ln w="12700">
            <a:solidFill>
              <a:srgbClr val="2BB8D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40480" y="37490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BFD"/>
                </a:solidFill>
              </a:rPr>
              <a:t>Zero config files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A"/>
                </a:solidFill>
              </a:rPr>
              <a:t>Applexus IRIS Platform  ·  iris-evals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B8DA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running with no quality gate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657600" cy="3200400"/>
          </a:xfrm>
          <a:prstGeom prst="roundRect">
            <a:avLst>
              <a:gd name="adj" fmla="val 2286"/>
            </a:avLst>
          </a:prstGeom>
          <a:solidFill>
            <a:srgbClr val="FAFBFD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3657600" cy="36576"/>
          </a:xfrm>
          <a:prstGeom prst="rect">
            <a:avLst/>
          </a:prstGeom>
          <a:solidFill>
            <a:srgbClr val="114A8D"/>
          </a:solidFill>
          <a:ln w="12700">
            <a:solidFill>
              <a:srgbClr val="114A8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8288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B8DA"/>
                </a:solidFill>
              </a:rPr>
              <a:t>01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23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41B"/>
                </a:solidFill>
              </a:rPr>
              <a:t>No startup check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83464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A5C"/>
                </a:solidFill>
              </a:rPr>
              <a:t>An agent deployed with a regression will serve bad answers from the first request — no gate catches it before traffic arrives.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1688" y="1645920"/>
            <a:ext cx="3657600" cy="3200400"/>
          </a:xfrm>
          <a:prstGeom prst="roundRect">
            <a:avLst>
              <a:gd name="adj" fmla="val 2286"/>
            </a:avLst>
          </a:prstGeom>
          <a:solidFill>
            <a:srgbClr val="FAFBFD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1688" y="1645920"/>
            <a:ext cx="3657600" cy="36576"/>
          </a:xfrm>
          <a:prstGeom prst="rect">
            <a:avLst/>
          </a:prstGeom>
          <a:solidFill>
            <a:srgbClr val="114A8D"/>
          </a:solidFill>
          <a:ln w="12700">
            <a:solidFill>
              <a:srgbClr val="114A8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0288" y="18288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B8DA"/>
                </a:solidFill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423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41B"/>
                </a:solidFill>
              </a:rPr>
              <a:t>No ongoing monitoring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283464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A5C"/>
                </a:solidFill>
              </a:rPr>
              <a:t>SAP config drifts and prompts rot over time. Without a background loop, regressions go undetected until a user reports them.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66176" y="1645920"/>
            <a:ext cx="3657600" cy="3200400"/>
          </a:xfrm>
          <a:prstGeom prst="roundRect">
            <a:avLst>
              <a:gd name="adj" fmla="val 2286"/>
            </a:avLst>
          </a:prstGeom>
          <a:solidFill>
            <a:srgbClr val="FAFBFD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66176" y="1645920"/>
            <a:ext cx="3657600" cy="36576"/>
          </a:xfrm>
          <a:prstGeom prst="rect">
            <a:avLst/>
          </a:prstGeom>
          <a:solidFill>
            <a:srgbClr val="114A8D"/>
          </a:solidFill>
          <a:ln w="12700">
            <a:solidFill>
              <a:srgbClr val="114A8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94776" y="18288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B8DA"/>
                </a:solidFill>
              </a:rPr>
              <a:t>03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8494776" y="2423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41B"/>
                </a:solidFill>
              </a:rPr>
              <a:t>10 agents = 10× the work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94776" y="283464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A5C"/>
                </a:solidFill>
              </a:rPr>
              <a:t>Every team writes their own test scripts or copies eval configs. No standard, no reuse, no shared registry of golden records.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Applexus IRIS Platform  ·  iris-evals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E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B8DA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B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once, every agent evaluates itself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576" cy="640080"/>
          </a:xfrm>
          <a:prstGeom prst="rect">
            <a:avLst/>
          </a:prstGeom>
          <a:solidFill>
            <a:srgbClr val="2BB8DA"/>
          </a:solidFill>
          <a:ln w="12700">
            <a:solidFill>
              <a:srgbClr val="2BB8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7099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BFD"/>
                </a:solidFill>
              </a:rPr>
              <a:t>One pip install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842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git+https://github.com/applexus/iris-evals.git@v1.0.0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36576" cy="640080"/>
          </a:xfrm>
          <a:prstGeom prst="rect">
            <a:avLst/>
          </a:prstGeom>
          <a:solidFill>
            <a:srgbClr val="2BB8DA"/>
          </a:solidFill>
          <a:ln w="12700">
            <a:solidFill>
              <a:srgbClr val="2BB8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6243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BFD"/>
                </a:solidFill>
              </a:rPr>
              <a:t>Answer Q_EVAL in the skill interview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8986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 eval types: e.g. 1, 6 (deterministic + safety)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36576" cy="640080"/>
          </a:xfrm>
          <a:prstGeom prst="rect">
            <a:avLst/>
          </a:prstGeom>
          <a:solidFill>
            <a:srgbClr val="2BB8DA"/>
          </a:solidFill>
          <a:ln w="12700">
            <a:solidFill>
              <a:srgbClr val="2BB8D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5387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BFD"/>
                </a:solidFill>
              </a:rPr>
              <a:t>Skill auto-generates everything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8130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x_evals in agent-card.json, startup eval, background loop, /health/evals endpoint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434840"/>
            <a:ext cx="36576" cy="640080"/>
          </a:xfrm>
          <a:prstGeom prst="rect">
            <a:avLst/>
          </a:prstGeom>
          <a:solidFill>
            <a:srgbClr val="2BB8DA"/>
          </a:solidFill>
          <a:ln w="12700">
            <a:solidFill>
              <a:srgbClr val="2BB8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4531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BFD"/>
                </a:solidFill>
              </a:rPr>
              <a:t>Zero eval data files in your repo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7274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golden records and rubrics ship inside the iris-evals library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1554480"/>
            <a:ext cx="5303520" cy="4389120"/>
          </a:xfrm>
          <a:prstGeom prst="roundRect">
            <a:avLst>
              <a:gd name="adj" fmla="val 2083"/>
            </a:avLst>
          </a:prstGeom>
          <a:solidFill>
            <a:srgbClr val="114A8D"/>
          </a:solidFill>
          <a:ln w="12700">
            <a:solidFill>
              <a:srgbClr val="2BB8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B8DA"/>
                </a:solidFill>
              </a:rPr>
              <a:t>What Q_EVAL generates: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B8DA"/>
                </a:solidFill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BFD"/>
                </a:solidFill>
              </a:rPr>
              <a:t>x_evals block in agent-card.json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29443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B8DA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29443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BFD"/>
                </a:solidFill>
              </a:rPr>
              <a:t>Startup eval in app.py (run_self_eval)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36027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B8DA"/>
                </a:solidFill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360273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BFD"/>
                </a:solidFill>
              </a:rPr>
              <a:t>Background loop every 5 minutes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42611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B8DA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42611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BFD"/>
                </a:solidFill>
              </a:rPr>
              <a:t>/health/evals CI gate endpoint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4919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B8DA"/>
                </a:solidFill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903720" y="49194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BFD"/>
                </a:solidFill>
              </a:rPr>
              <a:t>iris-evals in requirements.txt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A"/>
                </a:solidFill>
              </a:rPr>
              <a:t>Applexus IRIS Platform  ·  iris-evals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B8DA"/>
                </a:solidFill>
              </a:rPr>
              <a:t>DEPLOYMENT ARCHITECTURE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iris-evals is a library, not a service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8229600" cy="4572000"/>
          </a:xfrm>
          <a:prstGeom prst="roundRect">
            <a:avLst>
              <a:gd name="adj" fmla="val 2000"/>
            </a:avLst>
          </a:prstGeom>
          <a:solidFill>
            <a:srgbClr val="EAF2FB"/>
          </a:solidFill>
          <a:ln w="12700">
            <a:solidFill>
              <a:srgbClr val="B8D0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14A8D"/>
                </a:solidFill>
              </a:rPr>
              <a:t>BTP CLOUD FOUNDRY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7863840" cy="3931920"/>
          </a:xfrm>
          <a:prstGeom prst="roundRect">
            <a:avLst>
              <a:gd name="adj" fmla="val 1860"/>
            </a:avLst>
          </a:prstGeom>
          <a:solidFill>
            <a:srgbClr val="FAFBFD"/>
          </a:solidFill>
          <a:ln w="12700">
            <a:solidFill>
              <a:srgbClr val="B8D0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1488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141B"/>
                </a:solidFill>
              </a:rPr>
              <a:t>CF App: iris-ap-p111-duplicate-invoice-detection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468880"/>
            <a:ext cx="7498080" cy="3383280"/>
          </a:xfrm>
          <a:prstGeom prst="roundRect">
            <a:avLst>
              <a:gd name="adj" fmla="val 1892"/>
            </a:avLst>
          </a:prstGeom>
          <a:solidFill>
            <a:srgbClr val="F4F8FD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2578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4A5C"/>
                </a:solidFill>
              </a:rPr>
              <a:t>Python process (uvicorn)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834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A8"/>
                </a:solidFill>
              </a:rPr>
              <a:t>asyncio event loop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05840" y="3017520"/>
            <a:ext cx="3108960" cy="2560320"/>
          </a:xfrm>
          <a:prstGeom prst="roundRect">
            <a:avLst>
              <a:gd name="adj" fmla="val 2143"/>
            </a:avLst>
          </a:prstGeom>
          <a:solidFill>
            <a:srgbClr val="FAFBFD"/>
          </a:solidFill>
          <a:ln w="12700">
            <a:solidFill>
              <a:srgbClr val="B8D0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3017520"/>
            <a:ext cx="3108960" cy="347472"/>
          </a:xfrm>
          <a:prstGeom prst="rect">
            <a:avLst/>
          </a:prstGeom>
          <a:solidFill>
            <a:srgbClr val="0B1E3A"/>
          </a:solidFill>
          <a:ln w="12700">
            <a:solidFill>
              <a:srgbClr val="0B1E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30632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BFD"/>
                </a:solidFill>
              </a:rPr>
              <a:t>A2A Traffic Handlers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43000" y="3520440"/>
            <a:ext cx="2834640" cy="411480"/>
          </a:xfrm>
          <a:prstGeom prst="roundRect">
            <a:avLst>
              <a:gd name="adj" fmla="val 8889"/>
            </a:avLst>
          </a:prstGeom>
          <a:solidFill>
            <a:srgbClr val="F4F8FD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34440" y="3566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/message/send  ← SAP Joule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43000" y="4087368"/>
            <a:ext cx="2834640" cy="411480"/>
          </a:xfrm>
          <a:prstGeom prst="roundRect">
            <a:avLst>
              <a:gd name="adj" fmla="val 8889"/>
            </a:avLst>
          </a:prstGeom>
          <a:solidFill>
            <a:srgbClr val="F4F8FD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34440" y="41330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/.well-known/agent-card.json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143000" y="4654296"/>
            <a:ext cx="2834640" cy="411480"/>
          </a:xfrm>
          <a:prstGeom prst="roundRect">
            <a:avLst>
              <a:gd name="adj" fmla="val 8889"/>
            </a:avLst>
          </a:prstGeom>
          <a:solidFill>
            <a:srgbClr val="2BB8D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234440" y="470001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B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/health/evals  ← CI gate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3017520"/>
            <a:ext cx="3657600" cy="2560320"/>
          </a:xfrm>
          <a:prstGeom prst="roundRect">
            <a:avLst>
              <a:gd name="adj" fmla="val 2143"/>
            </a:avLst>
          </a:prstGeom>
          <a:solidFill>
            <a:srgbClr val="FAFBFD"/>
          </a:solidFill>
          <a:ln w="25400">
            <a:solidFill>
              <a:srgbClr val="2BB8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3017520"/>
            <a:ext cx="3657600" cy="347472"/>
          </a:xfrm>
          <a:prstGeom prst="rect">
            <a:avLst/>
          </a:prstGeom>
          <a:solidFill>
            <a:srgbClr val="114A8D"/>
          </a:solidFill>
          <a:ln w="12700">
            <a:solidFill>
              <a:srgbClr val="114A8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80560" y="30632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BFD"/>
                </a:solidFill>
              </a:rPr>
              <a:t>iris-evals  (Python library)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26280" y="34930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4A8D"/>
                </a:solidFill>
              </a:rPr>
              <a:t>On startup: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26280" y="3749040"/>
            <a:ext cx="3383280" cy="347472"/>
          </a:xfrm>
          <a:prstGeom prst="roundRect">
            <a:avLst>
              <a:gd name="adj" fmla="val 10526"/>
            </a:avLst>
          </a:prstGeom>
          <a:solidFill>
            <a:srgbClr val="F4F8FD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17720" y="37673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run_self_eval() — A2A call with golden records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160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4A8D"/>
                </a:solidFill>
              </a:rPr>
              <a:t>Every 5 minutes: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26280" y="4416552"/>
            <a:ext cx="3383280" cy="347472"/>
          </a:xfrm>
          <a:prstGeom prst="roundRect">
            <a:avLst>
              <a:gd name="adj" fmla="val 10526"/>
            </a:avLst>
          </a:prstGeom>
          <a:solidFill>
            <a:srgbClr val="F4F8FD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17720" y="4434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self_eval_loop() — asyncio task, in-process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526280" y="52120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No separate CF app  ·  No extra BTP service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961120" y="160020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0B1E3A"/>
          </a:solidFill>
          <a:ln w="12700">
            <a:solidFill>
              <a:srgbClr val="0B1E3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4400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B8DA"/>
                </a:solidFill>
              </a:rPr>
              <a:t>Key point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144000" y="21488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E0"/>
                </a:solidFill>
              </a:rPr>
              <a:t>iris-evals is a pip dependency — it installs into each agent container at cf push time via requirements.txt.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961120" y="3931920"/>
            <a:ext cx="2743200" cy="2240280"/>
          </a:xfrm>
          <a:prstGeom prst="roundRect">
            <a:avLst>
              <a:gd name="adj" fmla="val 4082"/>
            </a:avLst>
          </a:prstGeom>
          <a:solidFill>
            <a:srgbClr val="FAFBFD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44000" y="4114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41B"/>
                </a:solidFill>
              </a:rPr>
              <a:t>In Git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144000" y="4480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4A8D"/>
                </a:solidFill>
              </a:rPr>
              <a:t>github.com/applexus/iris-evals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144000" y="4846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</a:rPr>
              <a:t>Central library — golden data, rubrics, evaluators.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9144000" y="53492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4A8D"/>
                </a:solidFill>
              </a:rPr>
              <a:t>Each agent repo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9144000" y="5577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</a:rPr>
              <a:t>Adds 1 line to requirements.txt and 3 blocks in app.py.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Applexus IRIS Platform  ·  iris-evals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B8DA"/>
                </a:solidFill>
              </a:rPr>
              <a:t>IRIS-SAP-AGENT-SKILL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question sets up all evaluations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943600" cy="411480"/>
          </a:xfrm>
          <a:prstGeom prst="roundRect">
            <a:avLst>
              <a:gd name="adj" fmla="val 13333"/>
            </a:avLst>
          </a:prstGeom>
          <a:solidFill>
            <a:srgbClr val="FAFBFD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  iris-sap-agent-skill — interview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029968"/>
            <a:ext cx="5943600" cy="4663440"/>
          </a:xfrm>
          <a:prstGeom prst="roundRect">
            <a:avLst>
              <a:gd name="adj" fmla="val 1176"/>
            </a:avLst>
          </a:prstGeom>
          <a:solidFill>
            <a:srgbClr val="0B1E3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148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B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148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0A8"/>
                </a:solidFill>
              </a:rPr>
              <a:t>Agent name and description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496312"/>
            <a:ext cx="5669280" cy="9144"/>
          </a:xfrm>
          <a:prstGeom prst="rect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62432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B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6243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0A8"/>
                </a:solidFill>
              </a:rPr>
              <a:t>Domain module and skill names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5669280" cy="9144"/>
          </a:xfrm>
          <a:prstGeom prst="rect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09981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B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09981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0A8"/>
                </a:solidFill>
              </a:rPr>
              <a:t>Deterministic or Non-deterministic?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447288"/>
            <a:ext cx="5669280" cy="9144"/>
          </a:xfrm>
          <a:prstGeom prst="rect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57530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57530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A8A"/>
                </a:solidFill>
              </a:rPr>
              <a:t>LiteLLM routing? (if LLM-backed)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922776"/>
            <a:ext cx="5669280" cy="9144"/>
          </a:xfrm>
          <a:prstGeom prst="rect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40507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40507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A8A"/>
                </a:solidFill>
              </a:rPr>
              <a:t>LangGraph checkpointing? (if LLM-backed)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398264"/>
            <a:ext cx="5669280" cy="9144"/>
          </a:xfrm>
          <a:prstGeom prst="rect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45262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B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Q6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526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0A8"/>
                </a:solidFill>
              </a:rPr>
              <a:t>Redis response cache?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873752"/>
            <a:ext cx="5669280" cy="9144"/>
          </a:xfrm>
          <a:prstGeom prst="rect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50017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B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Q7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50017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0A8"/>
                </a:solidFill>
              </a:rPr>
              <a:t>Joule integration?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349240"/>
            <a:ext cx="5669280" cy="9144"/>
          </a:xfrm>
          <a:prstGeom prst="rect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5458968"/>
            <a:ext cx="5806440" cy="1005840"/>
          </a:xfrm>
          <a:prstGeom prst="roundRect">
            <a:avLst>
              <a:gd name="adj" fmla="val 5455"/>
            </a:avLst>
          </a:prstGeom>
          <a:solidFill>
            <a:srgbClr val="152A40"/>
          </a:solidFill>
          <a:ln w="12700">
            <a:solidFill>
              <a:srgbClr val="2BB8D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55321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B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QE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188720" y="5532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BFD"/>
                </a:solidFill>
              </a:rPr>
              <a:t>Which evaluation types does this agent need?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188720" y="58704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deterministic / probabilistic / llm_as_judge / agent_as_judge / trace / safety / performance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75120" y="1645920"/>
            <a:ext cx="5029200" cy="2560320"/>
          </a:xfrm>
          <a:prstGeom prst="roundRect">
            <a:avLst>
              <a:gd name="adj" fmla="val 3571"/>
            </a:avLst>
          </a:prstGeom>
          <a:solidFill>
            <a:srgbClr val="114A8D"/>
          </a:solidFill>
          <a:ln w="12700">
            <a:solidFill>
              <a:srgbClr val="114A8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0" y="1828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B8DA"/>
                </a:solidFill>
              </a:rPr>
              <a:t>Your answer to Q_EVAL generates: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0" y="2240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B8DA"/>
                </a:solidFill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178040" y="2240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BFD"/>
                </a:solidFill>
              </a:rPr>
              <a:t>x_evals block in agent-card.json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B8DA"/>
                </a:solidFill>
              </a:rPr>
              <a:t>✓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178040" y="2743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BFD"/>
                </a:solidFill>
              </a:rPr>
              <a:t>Startup eval + 5-min loop in app.py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858000" y="3246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B8DA"/>
                </a:solidFill>
              </a:rPr>
              <a:t>✓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7178040" y="3246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BFD"/>
                </a:solidFill>
              </a:rPr>
              <a:t>/health/evals CI gate endpoint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6858000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B8DA"/>
                </a:solidFill>
              </a:rPr>
              <a:t>✓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7178040" y="3749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BFD"/>
                </a:solidFill>
              </a:rPr>
              <a:t>iris-evals in requirements.txt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675120" y="4389120"/>
            <a:ext cx="5029200" cy="2240280"/>
          </a:xfrm>
          <a:prstGeom prst="roundRect">
            <a:avLst>
              <a:gd name="adj" fmla="val 4082"/>
            </a:avLst>
          </a:prstGeom>
          <a:solidFill>
            <a:srgbClr val="FAFBFD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858000" y="4526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41B"/>
                </a:solidFill>
              </a:rPr>
              <a:t>Example answer for P1.11: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858000" y="4846320"/>
            <a:ext cx="4663440" cy="502920"/>
          </a:xfrm>
          <a:prstGeom prst="roundRect">
            <a:avLst>
              <a:gd name="adj" fmla="val 9091"/>
            </a:avLst>
          </a:prstGeom>
          <a:solidFill>
            <a:srgbClr val="0B1E3A"/>
          </a:solidFill>
          <a:ln w="12700">
            <a:solidFill>
              <a:srgbClr val="0B1E3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949440" y="4892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B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1, 6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6949440" y="51206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deterministic + safety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6858000" y="54864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5C"/>
                </a:solidFill>
              </a:rPr>
              <a:t>Correct for Duplicate Invoice Detection — rule-based agent, exact verdicts required, safety always included.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Applexus IRIS Platform  ·  iris-evals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E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B8DA"/>
                </a:solidFill>
              </a:rPr>
              <a:t>EVALUATION FRAMEWORK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B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eval types — pick the ones your agent needs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51760" cy="2148840"/>
          </a:xfrm>
          <a:prstGeom prst="roundRect">
            <a:avLst>
              <a:gd name="adj" fmla="val 2979"/>
            </a:avLst>
          </a:prstGeom>
          <a:solidFill>
            <a:srgbClr val="0D2A44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2651760" cy="45720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828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— DETERMINISTIC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48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BFD"/>
                </a:solidFill>
              </a:rPr>
              <a:t>Deterministic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5603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0A8"/>
                </a:solidFill>
              </a:rPr>
              <a:t>Exact verdict match — pass rate must be 100%.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429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7A"/>
                </a:solidFill>
              </a:rPr>
              <a:t>Used by: P1.11, P2.5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691640"/>
            <a:ext cx="2651760" cy="2148840"/>
          </a:xfrm>
          <a:prstGeom prst="roundRect">
            <a:avLst>
              <a:gd name="adj" fmla="val 2979"/>
            </a:avLst>
          </a:prstGeom>
          <a:solidFill>
            <a:srgbClr val="0D2A44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691640"/>
            <a:ext cx="2651760" cy="4572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83280" y="1828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— PROBABILISTIC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2148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BFD"/>
                </a:solidFill>
              </a:rPr>
              <a:t>Probabilistic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25603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0A8"/>
                </a:solidFill>
              </a:rPr>
              <a:t>Accuracy / F1 across many cases — threshold ≥ 85%.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3429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7A"/>
                </a:solidFill>
              </a:rPr>
              <a:t>Used by: P1.2 (triage)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691640"/>
            <a:ext cx="2651760" cy="2148840"/>
          </a:xfrm>
          <a:prstGeom prst="roundRect">
            <a:avLst>
              <a:gd name="adj" fmla="val 2979"/>
            </a:avLst>
          </a:prstGeom>
          <a:solidFill>
            <a:srgbClr val="0D2A44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691640"/>
            <a:ext cx="2651760" cy="4572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72200" y="1828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— LLM AS JUDGE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2148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BFD"/>
                </a:solidFill>
              </a:rPr>
              <a:t>LLM as Judge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25603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0A8"/>
                </a:solidFill>
              </a:rPr>
              <a:t>Claude scores quality on 5-criteria rubric, avg ≥ 3.5 / 5.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3429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7A"/>
                </a:solidFill>
              </a:rPr>
              <a:t>Used by: P1.2 (auto-reply)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823960" y="1691640"/>
            <a:ext cx="2651760" cy="2148840"/>
          </a:xfrm>
          <a:prstGeom prst="roundRect">
            <a:avLst>
              <a:gd name="adj" fmla="val 2979"/>
            </a:avLst>
          </a:prstGeom>
          <a:solidFill>
            <a:srgbClr val="0D2A44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23960" y="1691640"/>
            <a:ext cx="2651760" cy="45720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61120" y="1828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— AGENT AS JUDGE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2148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BFD"/>
                </a:solidFill>
              </a:rPr>
              <a:t>Agent as Judge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961120" y="25603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0A8"/>
                </a:solidFill>
              </a:rPr>
              <a:t>A2A peer review — another SAP agent evaluates.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961120" y="3429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7A"/>
                </a:solidFill>
              </a:rPr>
              <a:t>Used by: Complex workflows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069080"/>
            <a:ext cx="2651760" cy="2148840"/>
          </a:xfrm>
          <a:prstGeom prst="roundRect">
            <a:avLst>
              <a:gd name="adj" fmla="val 2979"/>
            </a:avLst>
          </a:prstGeom>
          <a:solidFill>
            <a:srgbClr val="0D2A44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069080"/>
            <a:ext cx="2651760" cy="45720"/>
          </a:xfrm>
          <a:prstGeom prst="rect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4360" y="4206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— TRACE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594360" y="4526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BFD"/>
                </a:solidFill>
              </a:rPr>
              <a:t>Trace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94360" y="49377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0A8"/>
                </a:solidFill>
              </a:rPr>
              <a:t>Verifies correct SAP OData tool call sequence via OTLP.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94360" y="5806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7A"/>
                </a:solidFill>
              </a:rPr>
              <a:t>Used by: Multi-step agents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46120" y="4069080"/>
            <a:ext cx="2651760" cy="2148840"/>
          </a:xfrm>
          <a:prstGeom prst="roundRect">
            <a:avLst>
              <a:gd name="adj" fmla="val 2979"/>
            </a:avLst>
          </a:prstGeom>
          <a:solidFill>
            <a:srgbClr val="0D2A44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46120" y="4069080"/>
            <a:ext cx="2651760" cy="4572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383280" y="4206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— SAFETY ★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3383280" y="4526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BFD"/>
                </a:solidFill>
              </a:rPr>
              <a:t>Safety ★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3383280" y="49377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0A8"/>
                </a:solidFill>
              </a:rPr>
              <a:t>PII + injection checks — pass rate must be 100%.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3383280" y="5806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7A"/>
                </a:solidFill>
              </a:rPr>
              <a:t>Used by: Every agent — always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035040" y="4069080"/>
            <a:ext cx="2651760" cy="2148840"/>
          </a:xfrm>
          <a:prstGeom prst="roundRect">
            <a:avLst>
              <a:gd name="adj" fmla="val 2979"/>
            </a:avLst>
          </a:prstGeom>
          <a:solidFill>
            <a:srgbClr val="0D2A44"/>
          </a:solidFill>
          <a:ln w="12700">
            <a:solidFill>
              <a:srgbClr val="3DD6C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51760" cy="45720"/>
          </a:xfrm>
          <a:prstGeom prst="rect">
            <a:avLst/>
          </a:prstGeom>
          <a:solidFill>
            <a:srgbClr val="3DD6C0"/>
          </a:solidFill>
          <a:ln w="12700">
            <a:solidFill>
              <a:srgbClr val="3DD6C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172200" y="4206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DD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— PERFORMANCE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6172200" y="4526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BFD"/>
                </a:solidFill>
              </a:rPr>
              <a:t>Performance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6172200" y="49377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0A8"/>
                </a:solidFill>
              </a:rPr>
              <a:t>Latency p50/p95 — fails if p95 exceeds 5000ms.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172200" y="5806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7A"/>
                </a:solidFill>
              </a:rPr>
              <a:t>Used by: SLA-critical agents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823960" y="1691640"/>
            <a:ext cx="2880360" cy="2148840"/>
          </a:xfrm>
          <a:prstGeom prst="roundRect">
            <a:avLst>
              <a:gd name="adj" fmla="val 2979"/>
            </a:avLst>
          </a:prstGeom>
          <a:solidFill>
            <a:srgbClr val="114A8D"/>
          </a:solidFill>
          <a:ln w="12700">
            <a:solidFill>
              <a:srgbClr val="2BB8D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961120" y="1828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B8DA"/>
                </a:solidFill>
              </a:rPr>
              <a:t>Quick Picks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8961120" y="22402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Rule-based → 1, 6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8961120" y="26791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 → 2, 3, 6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8961120" y="311810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Multi-step → 1, 5, 6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8961120" y="355701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SLA-critical → 1, 5, 6, 7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A"/>
                </a:solidFill>
              </a:rPr>
              <a:t>Applexus IRIS Platform  ·  iris-evals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B8DA"/>
                </a:solidFill>
              </a:rPr>
              <a:t>RUNTIME FLOW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after every deployment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764792"/>
            <a:ext cx="457200" cy="457200"/>
          </a:xfrm>
          <a:prstGeom prst="ellipse">
            <a:avLst/>
          </a:prstGeom>
          <a:solidFill>
            <a:srgbClr val="114A8D"/>
          </a:solidFill>
          <a:ln w="12700">
            <a:solidFill>
              <a:srgbClr val="114A8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BFD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77393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41B"/>
                </a:solidFill>
              </a:rPr>
              <a:t>cf push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12140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5C"/>
                </a:solidFill>
              </a:rPr>
              <a:t>CF buildpack runs pip install -r requirements.txt — iris-evals installs from GitHub into the container.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2240280"/>
            <a:ext cx="54864" cy="512064"/>
          </a:xfrm>
          <a:prstGeom prst="rect">
            <a:avLst/>
          </a:prstGeom>
          <a:solidFill>
            <a:srgbClr val="C8DCF0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770632"/>
            <a:ext cx="457200" cy="457200"/>
          </a:xfrm>
          <a:prstGeom prst="ellipse">
            <a:avLst/>
          </a:prstGeom>
          <a:solidFill>
            <a:srgbClr val="114A8D"/>
          </a:solidFill>
          <a:ln w="12700">
            <a:solidFill>
              <a:srgbClr val="114A8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BFD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7797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41B"/>
                </a:solidFill>
              </a:rPr>
              <a:t>Startup eval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12724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5C"/>
                </a:solidFill>
              </a:rPr>
              <a:t>Before serving traffic, run_self_eval() calls the agent with all golden records via A2A. Regressions fail here.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" y="3246120"/>
            <a:ext cx="54864" cy="512064"/>
          </a:xfrm>
          <a:prstGeom prst="rect">
            <a:avLst/>
          </a:prstGeom>
          <a:solidFill>
            <a:srgbClr val="C8DCF0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776472"/>
            <a:ext cx="457200" cy="457200"/>
          </a:xfrm>
          <a:prstGeom prst="ellipse">
            <a:avLst/>
          </a:prstGeom>
          <a:solidFill>
            <a:srgbClr val="114A8D"/>
          </a:solidFill>
          <a:ln w="12700">
            <a:solidFill>
              <a:srgbClr val="114A8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76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BFD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8561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41B"/>
                </a:solidFill>
              </a:rPr>
              <a:t>CI gate check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13308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5C"/>
                </a:solidFill>
              </a:rPr>
              <a:t>CI calls GET /health/evals after 30s. passed: true → promote. passed: false → cf rollback.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" y="4251960"/>
            <a:ext cx="54864" cy="512064"/>
          </a:xfrm>
          <a:prstGeom prst="rect">
            <a:avLst/>
          </a:prstGeom>
          <a:solidFill>
            <a:srgbClr val="C8DCF0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782312"/>
            <a:ext cx="457200" cy="457200"/>
          </a:xfrm>
          <a:prstGeom prst="ellipse">
            <a:avLst/>
          </a:prstGeom>
          <a:solidFill>
            <a:srgbClr val="114A8D"/>
          </a:solidFill>
          <a:ln w="12700">
            <a:solidFill>
              <a:srgbClr val="114A8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4782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BFD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47914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41B"/>
                </a:solidFill>
              </a:rPr>
              <a:t>Background loop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3892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5C"/>
                </a:solidFill>
              </a:rPr>
              <a:t>Every 5 minutes, evals re-run as an asyncio task. SAP config drift caught automatically — no human needed.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0" y="1691640"/>
            <a:ext cx="5120640" cy="3474720"/>
          </a:xfrm>
          <a:prstGeom prst="roundRect">
            <a:avLst>
              <a:gd name="adj" fmla="val 2105"/>
            </a:avLst>
          </a:prstGeom>
          <a:solidFill>
            <a:srgbClr val="0B1E3A"/>
          </a:solidFill>
          <a:ln w="12700">
            <a:solidFill>
              <a:srgbClr val="0B1E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6656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B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STARTUP LOG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720840" y="21762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  Application startup…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720840" y="245973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B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  [IRIS EVALS] Running self-eval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720840" y="2743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    evaluators: [deterministic, safety]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720840" y="302666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    dataset   : builtin (7 records)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720840" y="331012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  → DETERMINISTIC  5 records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720840" y="359359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    p111-det-001  PASS ✓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720840" y="387705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    p111-det-002  PASS ✓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720840" y="4160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    p111-safe-001 PASS ✓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720840" y="444398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PASS 100.0% (7/7)  run_id=a3f2b8c1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6720840" y="472744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  Uvicorn running on :8080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583680" y="525780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E8F9EE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83680" y="5394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6D364"/>
                </a:solidFill>
              </a:rPr>
              <a:t>PASS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0" y="5715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A5C"/>
                </a:solidFill>
              </a:rPr>
              <a:t>Agent promotes to production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235440" y="525780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DEAE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235440" y="5394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5149"/>
                </a:solidFill>
              </a:rPr>
              <a:t>FAIL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9235440" y="5715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A5C"/>
                </a:solidFill>
              </a:rPr>
              <a:t>CI rolls back automatically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Applexus IRIS Platform  ·  iris-evals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E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B8DA"/>
                </a:solidFill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B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iris-evals — what we built and what comes next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B8DA"/>
                </a:solidFill>
              </a:rPr>
              <a:t>WHAT IS BUILT TODAY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11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B8DA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BFD"/>
                </a:solidFill>
              </a:rPr>
              <a:t>iris-evals Python library — registry, self_eval, all 7 evaluators, EvalReport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97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B8DA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97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BFD"/>
                </a:solidFill>
              </a:rPr>
              <a:t>Built-in registry — golden datasets, rubrics, thresholds for P1.11, P1.2, P2.5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383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B8DA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383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BFD"/>
                </a:solidFill>
              </a:rPr>
              <a:t>Q_EVAL in iris-sap-agent-skill — one question, full eval wiring auto-generated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069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B8DA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069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BFD"/>
                </a:solidFill>
              </a:rPr>
              <a:t>7 / 7 tests passing — run_self_eval(), registry, threshold logic fully tested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1691640"/>
            <a:ext cx="36576" cy="3200400"/>
          </a:xfrm>
          <a:prstGeom prst="rect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1691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B8DA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011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B341"/>
                </a:solidFill>
              </a:rPr>
              <a:t>★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201168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BFD"/>
                </a:solidFill>
              </a:rPr>
              <a:t>Push to GitHub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240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E0"/>
                </a:solidFill>
              </a:rPr>
              <a:t>tag v1.0.0 so any agent can install it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697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B341"/>
                </a:solidFill>
              </a:rPr>
              <a:t>★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269748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BFD"/>
                </a:solidFill>
              </a:rPr>
              <a:t>Add to P1.11 / P1.2 / P2.5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2926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E0"/>
                </a:solidFill>
              </a:rPr>
              <a:t>wire iris-evals into the three existing agents as a pilot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3383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B341"/>
                </a:solidFill>
              </a:rPr>
              <a:t>★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338328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BFD"/>
                </a:solidFill>
              </a:rPr>
              <a:t>CLI for pipeline eval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720840" y="3611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E0"/>
                </a:solidFill>
              </a:rPr>
              <a:t>iris-evals run-pipeline — evaluate all 10 agents in parallel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4069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B341"/>
                </a:solidFill>
              </a:rPr>
              <a:t>★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720840" y="406908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BFD"/>
                </a:solidFill>
              </a:rPr>
              <a:t>CI/CD gate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720840" y="4297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E0"/>
                </a:solidFill>
              </a:rPr>
              <a:t>add /health/evals polling step to CF deploy pipeline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516636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0D2A44"/>
          </a:solidFill>
          <a:ln w="12700">
            <a:solidFill>
              <a:srgbClr val="2BB8D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5303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B8DA"/>
                </a:solidFill>
              </a:rPr>
              <a:t>1 line</a:t>
            </a:r>
            <a:endParaRPr lang="en-US" sz="28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5806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E0"/>
                </a:solidFill>
              </a:rPr>
              <a:t>in requirements.txt per agent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83280" y="516636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0D2A44"/>
          </a:solidFill>
          <a:ln w="12700">
            <a:solidFill>
              <a:srgbClr val="2BB8D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383280" y="5303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B8DA"/>
                </a:solidFill>
              </a:rPr>
              <a:t>0 files</a:t>
            </a:r>
            <a:endParaRPr lang="en-US" sz="2800" dirty="0"/>
          </a:p>
        </p:txBody>
      </p:sp>
      <p:sp>
        <p:nvSpPr>
          <p:cNvPr id="33" name="Text 31"/>
          <p:cNvSpPr txBox="1"/>
          <p:nvPr/>
        </p:nvSpPr>
        <p:spPr>
          <a:xfrm>
            <a:off x="3383280" y="5806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E0"/>
                </a:solidFill>
              </a:rPr>
              <a:t>eval data needed per agent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9360" y="516636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0D2A44"/>
          </a:solidFill>
          <a:ln w="12700">
            <a:solidFill>
              <a:srgbClr val="2BB8D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09360" y="5303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B8DA"/>
                </a:solidFill>
              </a:rPr>
              <a:t>7 types</a:t>
            </a:r>
            <a:endParaRPr lang="en-US" sz="2800" dirty="0"/>
          </a:p>
        </p:txBody>
      </p:sp>
      <p:sp>
        <p:nvSpPr>
          <p:cNvPr id="36" name="Text 34"/>
          <p:cNvSpPr txBox="1"/>
          <p:nvPr/>
        </p:nvSpPr>
        <p:spPr>
          <a:xfrm>
            <a:off x="6309360" y="5806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E0"/>
                </a:solidFill>
              </a:rPr>
              <a:t>of eval, mix as needed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235440" y="516636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0D2A44"/>
          </a:solidFill>
          <a:ln w="12700">
            <a:solidFill>
              <a:srgbClr val="2BB8D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235440" y="5303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B8DA"/>
                </a:solidFill>
              </a:rPr>
              <a:t>5 min</a:t>
            </a:r>
            <a:endParaRPr lang="en-US" sz="2800" dirty="0"/>
          </a:p>
        </p:txBody>
      </p:sp>
      <p:sp>
        <p:nvSpPr>
          <p:cNvPr id="39" name="Text 37"/>
          <p:cNvSpPr txBox="1"/>
          <p:nvPr/>
        </p:nvSpPr>
        <p:spPr>
          <a:xfrm>
            <a:off x="9235440" y="5806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E0"/>
                </a:solidFill>
              </a:rPr>
              <a:t>background eval loop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A"/>
                </a:solidFill>
              </a:rPr>
              <a:t>Applexus IRIS Platform  ·  iris-evals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plexus IRIS">
  <a:themeElements>
    <a:clrScheme name="Applexus IRIS">
      <a:dk1>
        <a:srgbClr val="0E141B"/>
      </a:dk1>
      <a:lt1>
        <a:srgbClr val="FAFBFD"/>
      </a:lt1>
      <a:dk2>
        <a:srgbClr val="114A8D"/>
      </a:dk2>
      <a:lt2>
        <a:srgbClr val="F4F8FD"/>
      </a:lt2>
      <a:accent1>
        <a:srgbClr val="2BB8DA"/>
      </a:accent1>
      <a:accent2>
        <a:srgbClr val="114A8D"/>
      </a:accent2>
      <a:accent3>
        <a:srgbClr val="56D364"/>
      </a:accent3>
      <a:accent4>
        <a:srgbClr val="F85149"/>
      </a:accent4>
      <a:accent5>
        <a:srgbClr val="E3B341"/>
      </a:accent5>
      <a:accent6>
        <a:srgbClr val="FFA657"/>
      </a:accent6>
      <a:hlink>
        <a:srgbClr val="2BB8DA"/>
      </a:hlink>
      <a:folHlink>
        <a:srgbClr val="114A8D"/>
      </a:folHlink>
    </a:clrScheme>
    <a:fontScheme name="Applexus IRIS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2026-10-28T05:13:23Z</dcterms:created>
  <dcterms:modified xsi:type="dcterms:W3CDTF">2026-10-28T05:13:23Z</dcterms:modified>
</cp:coreProperties>
</file>